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Segoe UI"/>
              </a:rPr>
              <a:t>LaunchLens</a:t>
            </a:r>
            <a:r>
              <a:rPr sz="5000" b="0">
                <a:solidFill>
                  <a:srgbClr val="FFFFFF"/>
                </a:solidFill>
                <a:latin typeface="Segoe UI"/>
              </a:rPr>
              <a:t>  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7D2FE"/>
                </a:solidFill>
                <a:latin typeface="Segoe UI"/>
              </a:rPr>
              <a:t>Should you launch it? A market-intelligence copilot that fuses demand + supply into one Go / No-Go / Niche verdict.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9CA3AF"/>
                </a:solidFill>
                <a:latin typeface="Segoe UI"/>
              </a:rPr>
              <a:t>Ruby Gunna  ·  Agent Builder 2026 — Assignment 3  ·  LangGraph + SerpApi + Oxylabs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1B4B"/>
                </a:solidFill>
                <a:latin typeface="Segoe UI"/>
              </a:rPr>
              <a:t>Founders launch on gut feel — and the signals are scattered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91640"/>
            <a:ext cx="11887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Demand lives in one place</a:t>
            </a:r>
            <a:r>
              <a:rPr sz="1800" b="0">
                <a:solidFill>
                  <a:srgbClr val="333A4A"/>
                </a:solidFill>
                <a:latin typeface="Segoe UI"/>
              </a:rPr>
              <a:t>  Google Trends, News, Shopping — is anyone searching, is it seasonal, what does it cost elsewhere?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Supply lives in another</a:t>
            </a:r>
            <a:r>
              <a:rPr sz="1800" b="0">
                <a:solidFill>
                  <a:srgbClr val="333A4A"/>
                </a:solidFill>
                <a:latin typeface="Segoe UI"/>
              </a:rPr>
              <a:t>  Amazon — who already sells it, at what price, and what do reviews complain about?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Nobody fuses them</a:t>
            </a:r>
            <a:r>
              <a:rPr sz="1800" b="0">
                <a:solidFill>
                  <a:srgbClr val="333A4A"/>
                </a:solidFill>
                <a:latin typeface="Segoe UI"/>
              </a:rPr>
              <a:t>  A trend chart alone says 'maybe'. A competitor list alone says 'crowded'. The answer is in the overlap.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Result</a:t>
            </a:r>
            <a:r>
              <a:rPr sz="1800" b="0">
                <a:solidFill>
                  <a:srgbClr val="333A4A"/>
                </a:solidFill>
                <a:latin typeface="Segoe UI"/>
              </a:rPr>
              <a:t>  Weeks of manual research, or an expensive guess. Founders need a fast, evidence-backed verdict.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WHAT LAUNCHLENS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1B4B"/>
                </a:solidFill>
                <a:latin typeface="Segoe UI"/>
              </a:rPr>
              <a:t>One question in, one judgement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91640"/>
            <a:ext cx="11887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Ask in plain English</a:t>
            </a:r>
            <a:r>
              <a:rPr sz="1800" b="0">
                <a:solidFill>
                  <a:srgbClr val="333A4A"/>
                </a:solidFill>
                <a:latin typeface="Segoe UI"/>
              </a:rPr>
              <a:t>  “Should I launch a $20 meal-prep container set in the US?”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It gathers evidence</a:t>
            </a:r>
            <a:r>
              <a:rPr sz="1800" b="0">
                <a:solidFill>
                  <a:srgbClr val="333A4A"/>
                </a:solidFill>
                <a:latin typeface="Segoe UI"/>
              </a:rPr>
              <a:t>  Pulls demand (Google) + supply (Amazon) live, in parallel, then reasons across both.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It returns a verdict</a:t>
            </a:r>
            <a:r>
              <a:rPr sz="1800" b="0">
                <a:solidFill>
                  <a:srgbClr val="333A4A"/>
                </a:solidFill>
                <a:latin typeface="Segoe UI"/>
              </a:rPr>
              <a:t>  Go / No-Go / Niche — with a price band, positioning angle, and a confidence level.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It remembers</a:t>
            </a:r>
            <a:r>
              <a:rPr sz="1800" b="0">
                <a:solidFill>
                  <a:srgbClr val="333A4A"/>
                </a:solidFill>
                <a:latin typeface="Segoe UI"/>
              </a:rPr>
              <a:t>  Follow-ups (“what about Canada?”) keep context across the whole conversation.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1B4B"/>
                </a:solidFill>
                <a:latin typeface="Segoe UI"/>
              </a:rPr>
              <a:t>A founder conversation,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91640"/>
            <a:ext cx="11887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1 · Idea</a:t>
            </a:r>
            <a:r>
              <a:rPr sz="1800" b="0">
                <a:solidFill>
                  <a:srgbClr val="333A4A"/>
                </a:solidFill>
                <a:latin typeface="Segoe UI"/>
              </a:rPr>
              <a:t>  “Is a 32oz insulated steel bottle worth launching in the US under $40?” → full fan-out + verdict.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2 · Price</a:t>
            </a:r>
            <a:r>
              <a:rPr sz="1800" b="0">
                <a:solidFill>
                  <a:srgbClr val="333A4A"/>
                </a:solidFill>
                <a:latin typeface="Segoe UI"/>
              </a:rPr>
              <a:t>  “What price should I sell it at?” → pricing branch: Google Shopping + Amazon together.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3 · Pain</a:t>
            </a:r>
            <a:r>
              <a:rPr sz="1800" b="0">
                <a:solidFill>
                  <a:srgbClr val="333A4A"/>
                </a:solidFill>
                <a:latin typeface="Segoe UI"/>
              </a:rPr>
              <a:t>  “What are reviewers complaining about?” → mined Amazon review complaints.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4 · Memory</a:t>
            </a:r>
            <a:r>
              <a:rPr sz="1800" b="0">
                <a:solidFill>
                  <a:srgbClr val="333A4A"/>
                </a:solidFill>
                <a:latin typeface="Segoe UI"/>
              </a:rPr>
              <a:t>  “Now compare with Canada.” → remembers the product across turns.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5 · Recall</a:t>
            </a:r>
            <a:r>
              <a:rPr sz="1800" b="0">
                <a:solidFill>
                  <a:srgbClr val="333A4A"/>
                </a:solidFill>
                <a:latin typeface="Segoe UI"/>
              </a:rPr>
              <a:t>  “What did we conclude earlier?” → summarization keeps long chats coherent.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1B4B"/>
                </a:solidFill>
                <a:latin typeface="Segoe UI"/>
              </a:rPr>
              <a:t>A typed LangGraph state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91640"/>
            <a:ext cx="11887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START → summarize</a:t>
            </a:r>
            <a:r>
              <a:rPr sz="1800" b="0">
                <a:solidFill>
                  <a:srgbClr val="333A4A"/>
                </a:solidFill>
                <a:latin typeface="Segoe UI"/>
              </a:rPr>
              <a:t>  Memory node compresses old turns once the chat grows (keeps context bounded).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→ router</a:t>
            </a:r>
            <a:r>
              <a:rPr sz="1800" b="0">
                <a:solidFill>
                  <a:srgbClr val="333A4A"/>
                </a:solidFill>
                <a:latin typeface="Segoe UI"/>
              </a:rPr>
              <a:t>  Classifies intent: demand / pricing / full / chat — conditional edges pick the path.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→ fan-out</a:t>
            </a:r>
            <a:r>
              <a:rPr sz="1800" b="0">
                <a:solidFill>
                  <a:srgbClr val="333A4A"/>
                </a:solidFill>
                <a:latin typeface="Segoe UI"/>
              </a:rPr>
              <a:t>  On 'full', three nodes (Trends · Amazon · News) run in PARALLEL and merge.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→ agent ⇄ tools</a:t>
            </a:r>
            <a:r>
              <a:rPr sz="1800" b="0">
                <a:solidFill>
                  <a:srgbClr val="333A4A"/>
                </a:solidFill>
                <a:latin typeface="Segoe UI"/>
              </a:rPr>
              <a:t>  LLM bound to 6 tools loops until it has enough evidence.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→ verdict → END</a:t>
            </a:r>
            <a:r>
              <a:rPr sz="1800" b="0">
                <a:solidFill>
                  <a:srgbClr val="333A4A"/>
                </a:solidFill>
                <a:latin typeface="Segoe UI"/>
              </a:rPr>
              <a:t>  Parses the Go / No-Go / Niche label + confidence into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5989320"/>
            <a:ext cx="2057400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summarize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53512" y="5989320"/>
            <a:ext cx="205740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1B4B"/>
                </a:solidFill>
                <a:latin typeface="Segoe UI"/>
              </a:rPr>
              <a:t>router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48072" y="5989320"/>
            <a:ext cx="2057400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fan-out ×3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42632" y="5989320"/>
            <a:ext cx="205740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1B4B"/>
                </a:solidFill>
                <a:latin typeface="Segoe UI"/>
              </a:rPr>
              <a:t>agent ⇄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37192" y="5989320"/>
            <a:ext cx="2057400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verdict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1B4B"/>
                </a:solidFill>
                <a:latin typeface="Segoe UI"/>
              </a:rPr>
              <a:t>The five required concepts, mapped to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91640"/>
            <a:ext cx="11887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1 · Graph &amp; state</a:t>
            </a:r>
            <a:r>
              <a:rPr sz="1800" b="0">
                <a:solidFill>
                  <a:srgbClr val="333A4A"/>
                </a:solidFill>
                <a:latin typeface="Segoe UI"/>
              </a:rPr>
              <a:t>  Typed StateGraph + reducer channels  —  state.py 16/28, graph.py 28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2 · Fan-out (parallel)</a:t>
            </a:r>
            <a:r>
              <a:rPr sz="1800" b="0">
                <a:solidFill>
                  <a:srgbClr val="333A4A"/>
                </a:solidFill>
                <a:latin typeface="Segoe UI"/>
              </a:rPr>
              <a:t>  Router returns a 3-node list, results merge  —  graph.py 49–65, nodes.py 98/104/110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3 · Routing</a:t>
            </a:r>
            <a:r>
              <a:rPr sz="1800" b="0">
                <a:solidFill>
                  <a:srgbClr val="333A4A"/>
                </a:solidFill>
                <a:latin typeface="Segoe UI"/>
              </a:rPr>
              <a:t>  Intent → conditional edges, chat = default  —  router.py 65/81, graph.py 49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4 · Agent + tools</a:t>
            </a:r>
            <a:r>
              <a:rPr sz="1800" b="0">
                <a:solidFill>
                  <a:srgbClr val="333A4A"/>
                </a:solidFill>
                <a:latin typeface="Segoe UI"/>
              </a:rPr>
              <a:t>  LLM ⇄ ToolNode loop over 6 tools  —  nodes.py 135, graph.py 41/68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5 · Short-term memory</a:t>
            </a:r>
            <a:r>
              <a:rPr sz="1800" b="0">
                <a:solidFill>
                  <a:srgbClr val="333A4A"/>
                </a:solidFill>
                <a:latin typeface="Segoe UI"/>
              </a:rPr>
              <a:t>  SqliteSaver checkpointer + summarization  —  main.py 140, nodes.py 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THE CORE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1B4B"/>
                </a:solidFill>
                <a:latin typeface="Segoe UI"/>
              </a:rPr>
              <a:t>Data fusion: one judgement, never two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1920240"/>
            <a:ext cx="5029200" cy="228600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600" b="1">
                <a:solidFill>
                  <a:srgbClr val="4F46E5"/>
                </a:solidFill>
                <a:latin typeface="Segoe UI"/>
              </a:rPr>
              <a:t>DEMAND  ·  Google / SerpApi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333A4A"/>
                </a:solidFill>
                <a:latin typeface="Segoe UI"/>
              </a:rPr>
              <a:t>• Trends — interest + seasonality (relative index, read with care)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333A4A"/>
                </a:solidFill>
                <a:latin typeface="Segoe UI"/>
              </a:rPr>
              <a:t>• News — launches, recalls, market shifts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333A4A"/>
                </a:solidFill>
                <a:latin typeface="Segoe UI"/>
              </a:rPr>
              <a:t>• Shopping — cross-retailer price reality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600" b="1">
                <a:solidFill>
                  <a:srgbClr val="10B981"/>
                </a:solidFill>
                <a:latin typeface="Segoe UI"/>
              </a:rPr>
              <a:t>SUPPLY  ·  Amazon / Oxylabs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333A4A"/>
                </a:solidFill>
                <a:latin typeface="Segoe UI"/>
              </a:rPr>
              <a:t>• Search — who already sells it, at what price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333A4A"/>
                </a:solidFill>
                <a:latin typeface="Segoe UI"/>
              </a:rPr>
              <a:t>• Product — mined review complaints (the gaps)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333A4A"/>
                </a:solidFill>
                <a:latin typeface="Segoe UI"/>
              </a:rPr>
              <a:t>• Bestsellers — how entrenched the competition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" y="4526280"/>
            <a:ext cx="10671048" cy="146304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sz="1400" b="1">
                <a:solidFill>
                  <a:srgbClr val="10B981"/>
                </a:solidFill>
                <a:latin typeface="Segoe UI"/>
              </a:rPr>
              <a:t>FUSED IN ONE AGENT TURN</a:t>
            </a:r>
          </a:p>
          <a:p>
            <a:r>
              <a:rPr sz="1450" b="0">
                <a:solidFill>
                  <a:srgbClr val="FFFFFF"/>
                </a:solidFill>
                <a:latin typeface="Segoe UI"/>
              </a:rPr>
              <a:t>“Interest is rising AND the $23 bestseller's reviews complain it leaks → a real, differentiable gap.”  The agent weighs demand × supply × unit-economics together and emits Go / No-Go / Niche + price band + confidence — not a demand report next to a supply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TOOL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1B4B"/>
                </a:solidFill>
                <a:latin typeface="Segoe UI"/>
              </a:rPr>
              <a:t>Six tools, two providers, slim 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91640"/>
            <a:ext cx="11887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google_trends</a:t>
            </a:r>
            <a:r>
              <a:rPr sz="1800" b="0">
                <a:solidFill>
                  <a:srgbClr val="333A4A"/>
                </a:solidFill>
                <a:latin typeface="Segoe UI"/>
              </a:rPr>
              <a:t>  Demand curve + related queries, slope-classified (not noise-read).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google_news</a:t>
            </a:r>
            <a:r>
              <a:rPr sz="1800" b="0">
                <a:solidFill>
                  <a:srgbClr val="333A4A"/>
                </a:solidFill>
                <a:latin typeface="Segoe UI"/>
              </a:rPr>
              <a:t>  Recent landscape: launches, recalls, competitor moves.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google_shopping</a:t>
            </a:r>
            <a:r>
              <a:rPr sz="1800" b="0">
                <a:solidFill>
                  <a:srgbClr val="333A4A"/>
                </a:solidFill>
                <a:latin typeface="Segoe UI"/>
              </a:rPr>
              <a:t>  Cross-retailer price range for the price band.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amazon_search</a:t>
            </a:r>
            <a:r>
              <a:rPr sz="1800" b="0">
                <a:solidFill>
                  <a:srgbClr val="333A4A"/>
                </a:solidFill>
                <a:latin typeface="Segoe UI"/>
              </a:rPr>
              <a:t>  Live listings, prices, ratings, review counts.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amazon_product</a:t>
            </a:r>
            <a:r>
              <a:rPr sz="1800" b="0">
                <a:solidFill>
                  <a:srgbClr val="333A4A"/>
                </a:solidFill>
                <a:latin typeface="Segoe UI"/>
              </a:rPr>
              <a:t>  Per-ASIN detail incl. mined review complaints.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amazon_bestsellers</a:t>
            </a:r>
            <a:r>
              <a:rPr sz="1800" b="0">
                <a:solidFill>
                  <a:srgbClr val="333A4A"/>
                </a:solidFill>
                <a:latin typeface="Segoe UI"/>
              </a:rPr>
              <a:t>  Category leaders → how crowded / entrenched it is.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Every tool returns slim JSON</a:t>
            </a:r>
            <a:r>
              <a:rPr sz="1800" b="0">
                <a:solidFill>
                  <a:srgbClr val="333A4A"/>
                </a:solidFill>
                <a:latin typeface="Segoe UI"/>
              </a:rPr>
              <a:t>  A few fields, never the raw payload — keeps tokens + context bounded.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SHORT-TERM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1B4B"/>
                </a:solidFill>
                <a:latin typeface="Segoe UI"/>
              </a:rPr>
              <a:t>Memory that survives restarts and long chats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91640"/>
            <a:ext cx="11887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Checkpointer</a:t>
            </a:r>
            <a:r>
              <a:rPr sz="1800" b="0">
                <a:solidFill>
                  <a:srgbClr val="333A4A"/>
                </a:solidFill>
                <a:latin typeface="Segoe UI"/>
              </a:rPr>
              <a:t>  SqliteSaver persists full state after every node, keyed by thread_id — quit and resume.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Summarization node</a:t>
            </a:r>
            <a:r>
              <a:rPr sz="1800" b="0">
                <a:solidFill>
                  <a:srgbClr val="333A4A"/>
                </a:solidFill>
                <a:latin typeface="Segoe UI"/>
              </a:rPr>
              <a:t>  Once the chat grows, old plain messages fold into a rolling summary.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Tool history stays intact</a:t>
            </a:r>
            <a:r>
              <a:rPr sz="1800" b="0">
                <a:solidFill>
                  <a:srgbClr val="333A4A"/>
                </a:solidFill>
                <a:latin typeface="Segoe UI"/>
              </a:rPr>
              <a:t>  Only Human/AI text is compressed; tool-call sequences are never broken.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Why it matters</a:t>
            </a:r>
            <a:r>
              <a:rPr sz="1800" b="0">
                <a:solidFill>
                  <a:srgbClr val="333A4A"/>
                </a:solidFill>
                <a:latin typeface="Segoe UI"/>
              </a:rPr>
              <a:t>  Per-turn cost stays roughly flat instead of growing with conversation length.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VERDICT +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1B4B"/>
                </a:solidFill>
                <a:latin typeface="Segoe UI"/>
              </a:rPr>
              <a:t>A verdict you can trust — and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91640"/>
            <a:ext cx="11887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Conditional, not absolute</a:t>
            </a:r>
            <a:r>
              <a:rPr sz="1800" b="0">
                <a:solidFill>
                  <a:srgbClr val="333A4A"/>
                </a:solidFill>
                <a:latin typeface="Segoe UI"/>
              </a:rPr>
              <a:t>  “Go IF COGS &lt; $X and a defensible feature exists” — verdicts state their bar.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Confidence level</a:t>
            </a:r>
            <a:r>
              <a:rPr sz="1800" b="0">
                <a:solidFill>
                  <a:srgbClr val="333A4A"/>
                </a:solidFill>
                <a:latin typeface="Segoe UI"/>
              </a:rPr>
              <a:t>  High / Medium / Low, lowered when a data source comes back empty.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Trend sanity</a:t>
            </a:r>
            <a:r>
              <a:rPr sz="1800" b="0">
                <a:solidFill>
                  <a:srgbClr val="333A4A"/>
                </a:solidFill>
                <a:latin typeface="Segoe UI"/>
              </a:rPr>
              <a:t>  Treats Trends as a relative, seasonal index — a 5→10 move isn't 'demand doubling'.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Quantified complaints</a:t>
            </a:r>
            <a:r>
              <a:rPr sz="1800" b="0">
                <a:solidFill>
                  <a:srgbClr val="333A4A"/>
                </a:solidFill>
                <a:latin typeface="Segoe UI"/>
              </a:rPr>
              <a:t>  Weighs how common an issue is, not one cherry-picked review.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Unit-economics aware</a:t>
            </a:r>
            <a:r>
              <a:rPr sz="1800" b="0">
                <a:solidFill>
                  <a:srgbClr val="333A4A"/>
                </a:solidFill>
                <a:latin typeface="Segoe UI"/>
              </a:rPr>
              <a:t>  Prompts margin reasoning: COGS, marketplace fees, ad cost before a 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1B4B"/>
                </a:solidFill>
                <a:latin typeface="Segoe UI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91640"/>
            <a:ext cx="11887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Orchestration</a:t>
            </a:r>
            <a:r>
              <a:rPr sz="1800" b="0">
                <a:solidFill>
                  <a:srgbClr val="333A4A"/>
                </a:solidFill>
                <a:latin typeface="Segoe UI"/>
              </a:rPr>
              <a:t>  LangGraph typed StateGraph + checkpointer.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LLM</a:t>
            </a:r>
            <a:r>
              <a:rPr sz="1800" b="0">
                <a:solidFill>
                  <a:srgbClr val="333A4A"/>
                </a:solidFill>
                <a:latin typeface="Segoe UI"/>
              </a:rPr>
              <a:t>  Tool-calling chat model via a swappable config factory.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Demand data</a:t>
            </a:r>
            <a:r>
              <a:rPr sz="1800" b="0">
                <a:solidFill>
                  <a:srgbClr val="333A4A"/>
                </a:solidFill>
                <a:latin typeface="Segoe UI"/>
              </a:rPr>
              <a:t>  SerpApi — Google Trends / News / Shopping.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Supply data</a:t>
            </a:r>
            <a:r>
              <a:rPr sz="1800" b="0">
                <a:solidFill>
                  <a:srgbClr val="333A4A"/>
                </a:solidFill>
                <a:latin typeface="Segoe UI"/>
              </a:rPr>
              <a:t>  Oxylabs — Amazon search / product / bestsellers.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Persistence</a:t>
            </a:r>
            <a:r>
              <a:rPr sz="1800" b="0">
                <a:solidFill>
                  <a:srgbClr val="333A4A"/>
                </a:solidFill>
                <a:latin typeface="Segoe UI"/>
              </a:rPr>
              <a:t>  SQLite locally; swap SqliteSaver → PostgresSaver for prod (same interface).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Runs offline</a:t>
            </a:r>
            <a:r>
              <a:rPr sz="1800" b="0">
                <a:solidFill>
                  <a:srgbClr val="333A4A"/>
                </a:solidFill>
                <a:latin typeface="Segoe UI"/>
              </a:rPr>
              <a:t>  MOCK_MODE serves fixtures — full graph testable with no keys.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1B4B"/>
                </a:solidFill>
                <a:latin typeface="Segoe UI"/>
              </a:rPr>
              <a:t>Limitations &amp;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91640"/>
            <a:ext cx="11887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Keyword routing</a:t>
            </a:r>
            <a:r>
              <a:rPr sz="1800" b="0">
                <a:solidFill>
                  <a:srgbClr val="333A4A"/>
                </a:solidFill>
                <a:latin typeface="Segoe UI"/>
              </a:rPr>
              <a:t>  Cheap and explainable; an LLM classifier would handle ambiguous phrasing better.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Live-schema hardening</a:t>
            </a:r>
            <a:r>
              <a:rPr sz="1800" b="0">
                <a:solidFill>
                  <a:srgbClr val="333A4A"/>
                </a:solidFill>
                <a:latin typeface="Segoe UI"/>
              </a:rPr>
              <a:t>  Parsers should be defensive against provider schema drift.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Unit-economics module</a:t>
            </a:r>
            <a:r>
              <a:rPr sz="1800" b="0">
                <a:solidFill>
                  <a:srgbClr val="333A4A"/>
                </a:solidFill>
                <a:latin typeface="Segoe UI"/>
              </a:rPr>
              <a:t>  Turn margin reasoning into a real FBA fee + COGS calculator (in README roadmap).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• Production</a:t>
            </a:r>
            <a:r>
              <a:rPr sz="1800" b="0">
                <a:solidFill>
                  <a:srgbClr val="333A4A"/>
                </a:solidFill>
                <a:latin typeface="Segoe UI"/>
              </a:rPr>
              <a:t>  Postgres checkpointer for multi-user, a small eval harness, richer streaming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